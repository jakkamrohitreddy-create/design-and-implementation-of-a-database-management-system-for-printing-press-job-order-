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index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PNR lookup</c:v>
                  </c:pt>
                  <c:pt idx="1">
                    <c:v>Train search</c:v>
                  </c:pt>
                  <c:pt idx="2">
                    <c:v>Seat availability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880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index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PNR lookup</c:v>
                  </c:pt>
                  <c:pt idx="1">
                    <c:v>Train search</c:v>
                  </c:pt>
                  <c:pt idx="2">
                    <c:v>Seat availability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90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Query 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E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– PBL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949440" y="347472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49440" y="347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OF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Railway Ticket Reservation and Journey Management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3291840"/>
            <a:ext cx="512064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ROHITH REDDY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RHINOS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25WU0102340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Evolution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delivered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Problem, ER diagram, 6 core tables, base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tables, seat allocation, 3NF, queries, cancellation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Procedures, concurrency control, journey tracking, indexing, roles,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Management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status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Train_Status table stores delay and last station crossed.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coach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number and coach position shown for each booked journey.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history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sees past and upcoming trips with PNR status.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table logs delay, platform change and chart-prepared messages.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Procedure: Cancel and Promote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Cancel, refund and waitlist promotion in one transaction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fails, ROLLBACK keeps data consistent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replaces repeated application 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can be written as PL/SQL in Oracle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4389120" cy="3337560"/>
          </a:xfrm>
          <a:prstGeom prst="roundRect">
            <a:avLst>
              <a:gd name="adj" fmla="val 2740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cancel_ticket(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p_pnr CHAR(10))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TRANSACTION;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Ticket SET status='CANCELLED'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pnr = p_pnr;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Refund(pnr, amount)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 pnr, fare * 0.75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Ticket WHERE pnr = p_pnr;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promote oldest WL (same train, 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Ticket SET status='CNF'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status='WL'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ORDER BY booked_at LIMIT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and Concurrency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seat and payment rows are saved together or not at all.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locking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FOR UPDATE locks the seat row while a booking is in progress.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booking the last seat cannot both succeed.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bookings survive a crash through the transaction log.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and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887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52160" y="13716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added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(primary)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(station_code, stop_seq) on Schedule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(train_no, journey_date) on Ticket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values. Replace with your own measured timings.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Clerk and Passenger roles with GRANT and REVOKE.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query a view that hides other users and payment data.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stored as salted hashes, never plain text.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record who changed bookings, fares and refunds.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booked versus available for each train and date.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income grouped by class, train and month.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travel dates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dates found with GROUP BY and ORDER BY.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trends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and refund totals per route.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the same seat twice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booking rejected by UNIQUE constraint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when train is 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added to waitlist with status WL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a confirmed 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created, first WL ticket becomes CNF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fails mid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rolls back, no seat is held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 views another PNR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denied by role and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normalized railway DBMS covering booking, cancellation and journey tracking.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design, normalization, SQL, procedures, transactions and indexing applied end to end.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fares, Tatkal quota, and a web or mobile front end.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partitioning by journey date and read replicas for heavy traffic.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Ticket Reservation &amp; Journey Management DBMS</dc:title>
  <dc:subject>PptxGenJS Presentation</dc:subject>
  <dc:creator>J. Rohith Reddy</dc:creator>
  <cp:lastModifiedBy>J. Rohith Reddy</cp:lastModifiedBy>
  <cp:revision>1</cp:revision>
  <dcterms:created xsi:type="dcterms:W3CDTF">2026-10-14T13:10:56Z</dcterms:created>
  <dcterms:modified xsi:type="dcterms:W3CDTF">2026-10-14T13:10:56Z</dcterms:modified>
</cp:coreProperties>
</file>