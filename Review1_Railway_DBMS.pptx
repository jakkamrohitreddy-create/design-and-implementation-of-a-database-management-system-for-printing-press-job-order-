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9E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Management System – PBL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949440" y="347472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949440" y="347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OF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Implementation of a Database Management System for Railway Ticket Reservation and Journey Management System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3291840"/>
            <a:ext cx="5120640" cy="155448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383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ROHITH REDDY</a:t>
            </a:r>
            <a:endParaRPr lang="en-US" sz="1300" dirty="0"/>
          </a:p>
          <a:p>
            <a:pPr indent="0" marL="0">
              <a:buNone/>
            </a:pPr>
            <a:r>
              <a:rPr lang="en-US" sz="15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AI-ML RHINOS</a:t>
            </a:r>
            <a:endParaRPr lang="en-US" sz="1300" dirty="0"/>
          </a:p>
          <a:p>
            <a:pPr indent="0" marL="0">
              <a:buNone/>
            </a:pPr>
            <a:r>
              <a:rPr lang="en-US" sz="15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25WU0102340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1 of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8595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859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32588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records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Passenger, train and ticket data sit in separate files with no single source of truth.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86300" y="128016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88595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69180" y="18859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32588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constraints the same seat can be sold to two passengers on one date.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0403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64617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6461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08610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journey history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passenger cannot easily view past and upcoming journeys in one place.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86300" y="3040380"/>
            <a:ext cx="4000500" cy="1577340"/>
          </a:xfrm>
          <a:prstGeom prst="roundRect">
            <a:avLst>
              <a:gd name="adj" fmla="val 5797"/>
            </a:avLst>
          </a:prstGeom>
          <a:solidFill>
            <a:srgbClr val="EEF1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869180" y="364617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69180" y="364617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086100"/>
            <a:ext cx="317754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data integrity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Duplicate, missing or inconsistent entries cause wrong PNR and status results.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1 of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9258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5925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32588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database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passengers, trains, stations and schedules in one relational DB.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86300" y="128016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59258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69180" y="15925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32588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booking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tickets and generate a unique PNR for each reservation.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45364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7660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7660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49936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search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trains between two stations on a given date.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86300" y="245364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869180" y="27660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69180" y="27660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249936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keys and constraints to avoid duplicates and invalid data.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393954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39395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67284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 enquiry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ticket status and journey details from the PNR.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863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28" name="Shape 26"/>
          <p:cNvSpPr/>
          <p:nvPr/>
        </p:nvSpPr>
        <p:spPr>
          <a:xfrm>
            <a:off x="4869180" y="393954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69180" y="39395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72100" y="367284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record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payment mode, amount and status per ticket.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Modules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1 of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41732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and profile management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322576" y="2331720"/>
            <a:ext cx="231648" cy="27432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0" name="Shape 8"/>
          <p:cNvSpPr/>
          <p:nvPr/>
        </p:nvSpPr>
        <p:spPr>
          <a:xfrm>
            <a:off x="2590800" y="13716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27960" y="141732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Search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Trains, stations and schedule lookup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456176" y="2331720"/>
            <a:ext cx="231648" cy="27432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3" name="Shape 11"/>
          <p:cNvSpPr/>
          <p:nvPr/>
        </p:nvSpPr>
        <p:spPr>
          <a:xfrm>
            <a:off x="4724400" y="13716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61560" y="141732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Booking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train, date and passengers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589776" y="2331720"/>
            <a:ext cx="231648" cy="274320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37160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95160" y="141732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PNR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payment, issue PNR and ticket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covers the core booking path. Cancellation, seat allocation and journey tracking follow in later reviews.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Design: Core Entities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1 of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9258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5925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32588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passenger_id (PK), name, age, gender, phone, email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86300" y="128016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59258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69180" y="15925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2100" y="132588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train_no (PK), train_name, type, source, destination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45364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7660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7660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49936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station_code (PK), station_name, city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86300" y="245364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869180" y="27660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69180" y="27660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249936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train_no (FK), station_code (FK), arrival, departure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393954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39395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67284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 (PK), passenger_id, train_no, journey_date, seat_no, status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863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rgbClr val="EEF1F6"/>
          </a:solidFill>
          <a:ln/>
        </p:spPr>
      </p:sp>
      <p:sp>
        <p:nvSpPr>
          <p:cNvPr id="28" name="Shape 26"/>
          <p:cNvSpPr/>
          <p:nvPr/>
        </p:nvSpPr>
        <p:spPr>
          <a:xfrm>
            <a:off x="4869180" y="393954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69180" y="39395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72100" y="3672840"/>
            <a:ext cx="317754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(PK), pnr (FK), amount, mode, status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Relational Schema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1 of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80160"/>
            <a:ext cx="3657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mapped to tables with primary keys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CHECK, NOT NULL and UNIQUE constraints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link Ticket to Passenger and Train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MySQL, SQL, draw.io for ER diagram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280160"/>
            <a:ext cx="4389120" cy="3337560"/>
          </a:xfrm>
          <a:prstGeom prst="roundRect">
            <a:avLst>
              <a:gd name="adj" fmla="val 2740"/>
            </a:avLst>
          </a:prstGeom>
          <a:solidFill>
            <a:srgbClr val="1F2A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34840" y="1371600"/>
            <a:ext cx="4160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Passenger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passenger_id INT PRIMARY KEY,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VARCHAR(50)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 INT CHECK (age &gt; 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gender CHAR(1),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phone VARCHAR(15) UNIQUE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Train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train_no INT PRIMARY KEY,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train_name VARCHAR(60) NOT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VARCHAR(5),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destination VARCHAR(5)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548640"/>
            <a:ext cx="256032" cy="25603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548640"/>
            <a:ext cx="256032" cy="256032"/>
          </a:xfrm>
          <a:prstGeom prst="ellipse">
            <a:avLst/>
          </a:prstGeom>
          <a:solidFill>
            <a:srgbClr val="D5DA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Ticket Reservation &amp; Journey Management DBMS  |  Review 1 of 3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deliverables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Problem, ER diagram, base tables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Seats, fares, cancellation, normalization, queries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Procedures, transactions, journey tracking,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Railway Ticket Reservation &amp; Journey Management DBMS</dc:title>
  <dc:subject>PptxGenJS Presentation</dc:subject>
  <dc:creator>J. Rohith Reddy</dc:creator>
  <cp:lastModifiedBy>J. Rohith Reddy</cp:lastModifiedBy>
  <cp:revision>1</cp:revision>
  <dcterms:created xsi:type="dcterms:W3CDTF">2026-10-14T13:10:56Z</dcterms:created>
  <dcterms:modified xsi:type="dcterms:W3CDTF">2026-10-14T13:10:56Z</dcterms:modified>
</cp:coreProperties>
</file>