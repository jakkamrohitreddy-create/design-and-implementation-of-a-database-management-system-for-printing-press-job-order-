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E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– PBL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949440" y="347472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49440" y="347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OF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Railway Ticket Reservation and Journey Management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3291840"/>
            <a:ext cx="512064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ROHITH REDDY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RHINOS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25WU0102340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Review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core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tables with coach, seat, fare, refund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number as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table with class and berth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to 3NF / BCNF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passenger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Multi-passenger booking with waitlist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with refund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ER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 Class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 has coaches; each coach belongs to a class (SL, 3A, 2A, 1A).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belongs to a coach and has a seat number and berth type.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Booking_Passenger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PNR can hold up to 6 passengers with seat or waitlist status.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depends on class and distance between source and destination.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Refund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cancel time, charges and refund amount per PNR.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91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691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/ RAC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queue per train, date and class for unconfirmed tickets.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held passenger, train and ticket data together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225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25908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279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values; repeating passenger groups moved out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561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44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15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dependencies removed; Train and Station split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897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/ BCNF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dependency; every determinant is a key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train_name was repeated in every Ticket row. It now lives only in Train and is reached through train_no.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Allocation Constraints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table linked to coach by foreign key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(seat_id, journey_date) makes double booking impossible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Booking_Seat joins a PNR to a seat for one 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limits berth types to valid values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4389120" cy="3337560"/>
          </a:xfrm>
          <a:prstGeom prst="roundRect">
            <a:avLst>
              <a:gd name="adj" fmla="val 2740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Seat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seat_id INT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coach_id INT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seat_no INT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berth ENUM('LB','MB','UB','SL','SU'),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(coach_id)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Coach(coach_id)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Booking_Seat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pnr CHAR(10),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seat_id 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journey_date 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(seat_id, journey_date)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between source and destination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225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25908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279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free for date and class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561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44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15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seat, else add to waitlist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897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fare, take payment, issue PNR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reads or writes the tables above, so a booking is one consistent unit of 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Queries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between two stations using a self join on Schedule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stop_seq ensures travel is in the right direction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status joins Ticket, Booking_Passenger and Train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counts seats not in Booking_Seat for the date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4389120" cy="3337560"/>
          </a:xfrm>
          <a:prstGeom prst="roundRect">
            <a:avLst>
              <a:gd name="adj" fmla="val 2740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Trains between two stations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t.train_no, t.train_name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Schedule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Schedule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a.train_no = b.train_no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Train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t.train_no = a.train_no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a.station_code = 'SC'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b.station_code = 'NDLS'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a.stop_seq &lt; b.stop_seq;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Module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2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rules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depend on class and time left before departure.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cancellation stores charge and refund amount for audit.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promotion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freed by a cancel goes to the oldest waitlisted passenger.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plan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procedures, transactions, journey tracking, security and testing.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Ticket Reservation &amp; Journey Management DBMS</dc:title>
  <dc:subject>PptxGenJS Presentation</dc:subject>
  <dc:creator>J. Rohith Reddy</dc:creator>
  <cp:lastModifiedBy>J. Rohith Reddy</cp:lastModifiedBy>
  <cp:revision>1</cp:revision>
  <dcterms:created xsi:type="dcterms:W3CDTF">2026-10-14T13:10:56Z</dcterms:created>
  <dcterms:modified xsi:type="dcterms:W3CDTF">2026-10-14T13:10:56Z</dcterms:modified>
</cp:coreProperties>
</file>